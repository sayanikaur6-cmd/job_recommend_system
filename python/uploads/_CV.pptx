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69200" cy="10706100"/>
  <p:notesSz cx="7569200" cy="10706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3156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690" y="3318891"/>
            <a:ext cx="6433820" cy="22482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25374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5380" y="5995416"/>
            <a:ext cx="5298440" cy="2676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25374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25374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460" y="2462403"/>
            <a:ext cx="3292602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8138" y="2462403"/>
            <a:ext cx="3292602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25374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33323" y="652680"/>
            <a:ext cx="2039493" cy="212455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14400" y="619124"/>
            <a:ext cx="2077085" cy="2178050"/>
          </a:xfrm>
          <a:custGeom>
            <a:avLst/>
            <a:gdLst/>
            <a:ahLst/>
            <a:cxnLst/>
            <a:rect l="l" t="t" r="r" b="b"/>
            <a:pathLst>
              <a:path w="2077085" h="2178050">
                <a:moveTo>
                  <a:pt x="2076983" y="1095756"/>
                </a:moveTo>
                <a:lnTo>
                  <a:pt x="2075967" y="1042289"/>
                </a:lnTo>
                <a:lnTo>
                  <a:pt x="2072792" y="988822"/>
                </a:lnTo>
                <a:lnTo>
                  <a:pt x="2060219" y="895223"/>
                </a:lnTo>
                <a:lnTo>
                  <a:pt x="2051075" y="855218"/>
                </a:lnTo>
                <a:lnTo>
                  <a:pt x="2039899" y="801751"/>
                </a:lnTo>
                <a:lnTo>
                  <a:pt x="2039137" y="799414"/>
                </a:lnTo>
                <a:lnTo>
                  <a:pt x="2039137" y="1095756"/>
                </a:lnTo>
                <a:lnTo>
                  <a:pt x="2037994" y="1149096"/>
                </a:lnTo>
                <a:lnTo>
                  <a:pt x="2034565" y="1189228"/>
                </a:lnTo>
                <a:lnTo>
                  <a:pt x="2028850" y="1242695"/>
                </a:lnTo>
                <a:lnTo>
                  <a:pt x="2021103" y="1296162"/>
                </a:lnTo>
                <a:lnTo>
                  <a:pt x="2011197" y="1336167"/>
                </a:lnTo>
                <a:lnTo>
                  <a:pt x="1999132" y="1389634"/>
                </a:lnTo>
                <a:lnTo>
                  <a:pt x="1985035" y="1429766"/>
                </a:lnTo>
                <a:lnTo>
                  <a:pt x="1969160" y="1483233"/>
                </a:lnTo>
                <a:lnTo>
                  <a:pt x="1951253" y="1523238"/>
                </a:lnTo>
                <a:lnTo>
                  <a:pt x="1931441" y="1563370"/>
                </a:lnTo>
                <a:lnTo>
                  <a:pt x="1909978" y="1603502"/>
                </a:lnTo>
                <a:lnTo>
                  <a:pt x="1886610" y="1656969"/>
                </a:lnTo>
                <a:lnTo>
                  <a:pt x="1861591" y="1683639"/>
                </a:lnTo>
                <a:lnTo>
                  <a:pt x="1834921" y="1723771"/>
                </a:lnTo>
                <a:lnTo>
                  <a:pt x="1806727" y="1763776"/>
                </a:lnTo>
                <a:lnTo>
                  <a:pt x="1777009" y="1803908"/>
                </a:lnTo>
                <a:lnTo>
                  <a:pt x="1745767" y="1830578"/>
                </a:lnTo>
                <a:lnTo>
                  <a:pt x="1713001" y="1870710"/>
                </a:lnTo>
                <a:lnTo>
                  <a:pt x="1678965" y="1897380"/>
                </a:lnTo>
                <a:lnTo>
                  <a:pt x="1643659" y="1924177"/>
                </a:lnTo>
                <a:lnTo>
                  <a:pt x="1606956" y="1964309"/>
                </a:lnTo>
                <a:lnTo>
                  <a:pt x="1569110" y="1990979"/>
                </a:lnTo>
                <a:lnTo>
                  <a:pt x="1529994" y="2004314"/>
                </a:lnTo>
                <a:lnTo>
                  <a:pt x="1489862" y="2031111"/>
                </a:lnTo>
                <a:lnTo>
                  <a:pt x="1448587" y="2057781"/>
                </a:lnTo>
                <a:lnTo>
                  <a:pt x="1319047" y="2097913"/>
                </a:lnTo>
                <a:lnTo>
                  <a:pt x="1181887" y="2137918"/>
                </a:lnTo>
                <a:lnTo>
                  <a:pt x="1086891" y="2137918"/>
                </a:lnTo>
                <a:lnTo>
                  <a:pt x="1038504" y="2151380"/>
                </a:lnTo>
                <a:lnTo>
                  <a:pt x="990117" y="2137918"/>
                </a:lnTo>
                <a:lnTo>
                  <a:pt x="895121" y="2137918"/>
                </a:lnTo>
                <a:lnTo>
                  <a:pt x="757961" y="2097913"/>
                </a:lnTo>
                <a:lnTo>
                  <a:pt x="628383" y="2057781"/>
                </a:lnTo>
                <a:lnTo>
                  <a:pt x="587159" y="2031111"/>
                </a:lnTo>
                <a:lnTo>
                  <a:pt x="547001" y="2004314"/>
                </a:lnTo>
                <a:lnTo>
                  <a:pt x="507949" y="1990979"/>
                </a:lnTo>
                <a:lnTo>
                  <a:pt x="470065" y="1964309"/>
                </a:lnTo>
                <a:lnTo>
                  <a:pt x="433400" y="1924177"/>
                </a:lnTo>
                <a:lnTo>
                  <a:pt x="398018" y="1897380"/>
                </a:lnTo>
                <a:lnTo>
                  <a:pt x="363956" y="1870710"/>
                </a:lnTo>
                <a:lnTo>
                  <a:pt x="331279" y="1830578"/>
                </a:lnTo>
                <a:lnTo>
                  <a:pt x="300024" y="1803908"/>
                </a:lnTo>
                <a:lnTo>
                  <a:pt x="270256" y="1763776"/>
                </a:lnTo>
                <a:lnTo>
                  <a:pt x="242023" y="1723771"/>
                </a:lnTo>
                <a:lnTo>
                  <a:pt x="215379" y="1683639"/>
                </a:lnTo>
                <a:lnTo>
                  <a:pt x="190398" y="1656969"/>
                </a:lnTo>
                <a:lnTo>
                  <a:pt x="167093" y="1603502"/>
                </a:lnTo>
                <a:lnTo>
                  <a:pt x="145554" y="1563370"/>
                </a:lnTo>
                <a:lnTo>
                  <a:pt x="125806" y="1523238"/>
                </a:lnTo>
                <a:lnTo>
                  <a:pt x="107911" y="1483233"/>
                </a:lnTo>
                <a:lnTo>
                  <a:pt x="91922" y="1429766"/>
                </a:lnTo>
                <a:lnTo>
                  <a:pt x="77889" y="1389634"/>
                </a:lnTo>
                <a:lnTo>
                  <a:pt x="65887" y="1336167"/>
                </a:lnTo>
                <a:lnTo>
                  <a:pt x="55930" y="1296162"/>
                </a:lnTo>
                <a:lnTo>
                  <a:pt x="48107" y="1242695"/>
                </a:lnTo>
                <a:lnTo>
                  <a:pt x="42443" y="1189228"/>
                </a:lnTo>
                <a:lnTo>
                  <a:pt x="39014" y="1149096"/>
                </a:lnTo>
                <a:lnTo>
                  <a:pt x="37858" y="1095756"/>
                </a:lnTo>
                <a:lnTo>
                  <a:pt x="39014" y="1042289"/>
                </a:lnTo>
                <a:lnTo>
                  <a:pt x="42443" y="988822"/>
                </a:lnTo>
                <a:lnTo>
                  <a:pt x="48107" y="935355"/>
                </a:lnTo>
                <a:lnTo>
                  <a:pt x="55930" y="895223"/>
                </a:lnTo>
                <a:lnTo>
                  <a:pt x="65887" y="841883"/>
                </a:lnTo>
                <a:lnTo>
                  <a:pt x="77889" y="801751"/>
                </a:lnTo>
                <a:lnTo>
                  <a:pt x="91922" y="748284"/>
                </a:lnTo>
                <a:lnTo>
                  <a:pt x="107911" y="708152"/>
                </a:lnTo>
                <a:lnTo>
                  <a:pt x="125806" y="654812"/>
                </a:lnTo>
                <a:lnTo>
                  <a:pt x="145554" y="614680"/>
                </a:lnTo>
                <a:lnTo>
                  <a:pt x="167093" y="574548"/>
                </a:lnTo>
                <a:lnTo>
                  <a:pt x="190398" y="534543"/>
                </a:lnTo>
                <a:lnTo>
                  <a:pt x="215379" y="494411"/>
                </a:lnTo>
                <a:lnTo>
                  <a:pt x="242023" y="454279"/>
                </a:lnTo>
                <a:lnTo>
                  <a:pt x="270256" y="414274"/>
                </a:lnTo>
                <a:lnTo>
                  <a:pt x="300024" y="387477"/>
                </a:lnTo>
                <a:lnTo>
                  <a:pt x="331279" y="347472"/>
                </a:lnTo>
                <a:lnTo>
                  <a:pt x="363956" y="320675"/>
                </a:lnTo>
                <a:lnTo>
                  <a:pt x="398018" y="280670"/>
                </a:lnTo>
                <a:lnTo>
                  <a:pt x="433400" y="253873"/>
                </a:lnTo>
                <a:lnTo>
                  <a:pt x="470065" y="227203"/>
                </a:lnTo>
                <a:lnTo>
                  <a:pt x="507949" y="200406"/>
                </a:lnTo>
                <a:lnTo>
                  <a:pt x="547001" y="173736"/>
                </a:lnTo>
                <a:lnTo>
                  <a:pt x="587159" y="146939"/>
                </a:lnTo>
                <a:lnTo>
                  <a:pt x="628383" y="133604"/>
                </a:lnTo>
                <a:lnTo>
                  <a:pt x="670585" y="106934"/>
                </a:lnTo>
                <a:lnTo>
                  <a:pt x="802919" y="66802"/>
                </a:lnTo>
                <a:lnTo>
                  <a:pt x="848639" y="53467"/>
                </a:lnTo>
                <a:lnTo>
                  <a:pt x="895121" y="53467"/>
                </a:lnTo>
                <a:lnTo>
                  <a:pt x="942238" y="40132"/>
                </a:lnTo>
                <a:lnTo>
                  <a:pt x="1134770" y="40132"/>
                </a:lnTo>
                <a:lnTo>
                  <a:pt x="1181887" y="53467"/>
                </a:lnTo>
                <a:lnTo>
                  <a:pt x="1228369" y="53467"/>
                </a:lnTo>
                <a:lnTo>
                  <a:pt x="1274089" y="66802"/>
                </a:lnTo>
                <a:lnTo>
                  <a:pt x="1406423" y="106934"/>
                </a:lnTo>
                <a:lnTo>
                  <a:pt x="1448587" y="133604"/>
                </a:lnTo>
                <a:lnTo>
                  <a:pt x="1489862" y="146939"/>
                </a:lnTo>
                <a:lnTo>
                  <a:pt x="1529994" y="173736"/>
                </a:lnTo>
                <a:lnTo>
                  <a:pt x="1569110" y="200406"/>
                </a:lnTo>
                <a:lnTo>
                  <a:pt x="1606956" y="227203"/>
                </a:lnTo>
                <a:lnTo>
                  <a:pt x="1643659" y="253873"/>
                </a:lnTo>
                <a:lnTo>
                  <a:pt x="1678965" y="280670"/>
                </a:lnTo>
                <a:lnTo>
                  <a:pt x="1713001" y="320675"/>
                </a:lnTo>
                <a:lnTo>
                  <a:pt x="1745767" y="347472"/>
                </a:lnTo>
                <a:lnTo>
                  <a:pt x="1777009" y="387477"/>
                </a:lnTo>
                <a:lnTo>
                  <a:pt x="1806727" y="414274"/>
                </a:lnTo>
                <a:lnTo>
                  <a:pt x="1834921" y="454279"/>
                </a:lnTo>
                <a:lnTo>
                  <a:pt x="1861591" y="494411"/>
                </a:lnTo>
                <a:lnTo>
                  <a:pt x="1886610" y="534543"/>
                </a:lnTo>
                <a:lnTo>
                  <a:pt x="1909978" y="574548"/>
                </a:lnTo>
                <a:lnTo>
                  <a:pt x="1931441" y="614680"/>
                </a:lnTo>
                <a:lnTo>
                  <a:pt x="1951253" y="654812"/>
                </a:lnTo>
                <a:lnTo>
                  <a:pt x="1969160" y="708152"/>
                </a:lnTo>
                <a:lnTo>
                  <a:pt x="1985035" y="748284"/>
                </a:lnTo>
                <a:lnTo>
                  <a:pt x="1999132" y="801751"/>
                </a:lnTo>
                <a:lnTo>
                  <a:pt x="2011197" y="841883"/>
                </a:lnTo>
                <a:lnTo>
                  <a:pt x="2021103" y="895223"/>
                </a:lnTo>
                <a:lnTo>
                  <a:pt x="2028850" y="935355"/>
                </a:lnTo>
                <a:lnTo>
                  <a:pt x="2034565" y="988822"/>
                </a:lnTo>
                <a:lnTo>
                  <a:pt x="2037994" y="1042289"/>
                </a:lnTo>
                <a:lnTo>
                  <a:pt x="2039137" y="1095756"/>
                </a:lnTo>
                <a:lnTo>
                  <a:pt x="2039137" y="799414"/>
                </a:lnTo>
                <a:lnTo>
                  <a:pt x="2026818" y="761619"/>
                </a:lnTo>
                <a:lnTo>
                  <a:pt x="2011959" y="708152"/>
                </a:lnTo>
                <a:lnTo>
                  <a:pt x="1995322" y="668147"/>
                </a:lnTo>
                <a:lnTo>
                  <a:pt x="1976907" y="628015"/>
                </a:lnTo>
                <a:lnTo>
                  <a:pt x="1956714" y="587883"/>
                </a:lnTo>
                <a:lnTo>
                  <a:pt x="1934997" y="534543"/>
                </a:lnTo>
                <a:lnTo>
                  <a:pt x="1911629" y="507746"/>
                </a:lnTo>
                <a:lnTo>
                  <a:pt x="1886737" y="467741"/>
                </a:lnTo>
                <a:lnTo>
                  <a:pt x="1860321" y="427609"/>
                </a:lnTo>
                <a:lnTo>
                  <a:pt x="1832508" y="387477"/>
                </a:lnTo>
                <a:lnTo>
                  <a:pt x="1803171" y="347472"/>
                </a:lnTo>
                <a:lnTo>
                  <a:pt x="1772564" y="320675"/>
                </a:lnTo>
                <a:lnTo>
                  <a:pt x="1740560" y="294005"/>
                </a:lnTo>
                <a:lnTo>
                  <a:pt x="1707286" y="253873"/>
                </a:lnTo>
                <a:lnTo>
                  <a:pt x="1672742" y="227203"/>
                </a:lnTo>
                <a:lnTo>
                  <a:pt x="1637055" y="200406"/>
                </a:lnTo>
                <a:lnTo>
                  <a:pt x="1600225" y="173736"/>
                </a:lnTo>
                <a:lnTo>
                  <a:pt x="1562252" y="146939"/>
                </a:lnTo>
                <a:lnTo>
                  <a:pt x="1523263" y="120269"/>
                </a:lnTo>
                <a:lnTo>
                  <a:pt x="1483258" y="106934"/>
                </a:lnTo>
                <a:lnTo>
                  <a:pt x="1442364" y="80137"/>
                </a:lnTo>
                <a:lnTo>
                  <a:pt x="1314221" y="40132"/>
                </a:lnTo>
                <a:lnTo>
                  <a:pt x="1224940" y="13335"/>
                </a:lnTo>
                <a:lnTo>
                  <a:pt x="1179220" y="13335"/>
                </a:lnTo>
                <a:lnTo>
                  <a:pt x="1132865" y="0"/>
                </a:lnTo>
                <a:lnTo>
                  <a:pt x="944143" y="0"/>
                </a:lnTo>
                <a:lnTo>
                  <a:pt x="897788" y="13335"/>
                </a:lnTo>
                <a:lnTo>
                  <a:pt x="852068" y="13335"/>
                </a:lnTo>
                <a:lnTo>
                  <a:pt x="762787" y="40132"/>
                </a:lnTo>
                <a:lnTo>
                  <a:pt x="634657" y="80137"/>
                </a:lnTo>
                <a:lnTo>
                  <a:pt x="593712" y="106934"/>
                </a:lnTo>
                <a:lnTo>
                  <a:pt x="553732" y="120269"/>
                </a:lnTo>
                <a:lnTo>
                  <a:pt x="514756" y="146939"/>
                </a:lnTo>
                <a:lnTo>
                  <a:pt x="476821" y="173736"/>
                </a:lnTo>
                <a:lnTo>
                  <a:pt x="439991" y="200406"/>
                </a:lnTo>
                <a:lnTo>
                  <a:pt x="404291" y="227203"/>
                </a:lnTo>
                <a:lnTo>
                  <a:pt x="369785" y="253873"/>
                </a:lnTo>
                <a:lnTo>
                  <a:pt x="336511" y="294005"/>
                </a:lnTo>
                <a:lnTo>
                  <a:pt x="304507" y="320675"/>
                </a:lnTo>
                <a:lnTo>
                  <a:pt x="273837" y="347472"/>
                </a:lnTo>
                <a:lnTo>
                  <a:pt x="244538" y="387477"/>
                </a:lnTo>
                <a:lnTo>
                  <a:pt x="216662" y="427609"/>
                </a:lnTo>
                <a:lnTo>
                  <a:pt x="190246" y="467741"/>
                </a:lnTo>
                <a:lnTo>
                  <a:pt x="165341" y="507746"/>
                </a:lnTo>
                <a:lnTo>
                  <a:pt x="141986" y="534543"/>
                </a:lnTo>
                <a:lnTo>
                  <a:pt x="120243" y="587883"/>
                </a:lnTo>
                <a:lnTo>
                  <a:pt x="100139" y="628015"/>
                </a:lnTo>
                <a:lnTo>
                  <a:pt x="81737" y="668147"/>
                </a:lnTo>
                <a:lnTo>
                  <a:pt x="65074" y="708152"/>
                </a:lnTo>
                <a:lnTo>
                  <a:pt x="50190" y="761619"/>
                </a:lnTo>
                <a:lnTo>
                  <a:pt x="37160" y="801751"/>
                </a:lnTo>
                <a:lnTo>
                  <a:pt x="25996" y="855218"/>
                </a:lnTo>
                <a:lnTo>
                  <a:pt x="16751" y="895223"/>
                </a:lnTo>
                <a:lnTo>
                  <a:pt x="4241" y="988822"/>
                </a:lnTo>
                <a:lnTo>
                  <a:pt x="1066" y="1042289"/>
                </a:lnTo>
                <a:lnTo>
                  <a:pt x="0" y="1095756"/>
                </a:lnTo>
                <a:lnTo>
                  <a:pt x="1066" y="1135761"/>
                </a:lnTo>
                <a:lnTo>
                  <a:pt x="4241" y="1189228"/>
                </a:lnTo>
                <a:lnTo>
                  <a:pt x="9486" y="1242695"/>
                </a:lnTo>
                <a:lnTo>
                  <a:pt x="16751" y="1282827"/>
                </a:lnTo>
                <a:lnTo>
                  <a:pt x="25996" y="1336167"/>
                </a:lnTo>
                <a:lnTo>
                  <a:pt x="37160" y="1376299"/>
                </a:lnTo>
                <a:lnTo>
                  <a:pt x="50190" y="1429766"/>
                </a:lnTo>
                <a:lnTo>
                  <a:pt x="65074" y="1469898"/>
                </a:lnTo>
                <a:lnTo>
                  <a:pt x="81737" y="1523238"/>
                </a:lnTo>
                <a:lnTo>
                  <a:pt x="100139" y="1563370"/>
                </a:lnTo>
                <a:lnTo>
                  <a:pt x="120230" y="1603502"/>
                </a:lnTo>
                <a:lnTo>
                  <a:pt x="141986" y="1643507"/>
                </a:lnTo>
                <a:lnTo>
                  <a:pt x="165328" y="1683639"/>
                </a:lnTo>
                <a:lnTo>
                  <a:pt x="190246" y="1723771"/>
                </a:lnTo>
                <a:lnTo>
                  <a:pt x="216662" y="1763776"/>
                </a:lnTo>
                <a:lnTo>
                  <a:pt x="244538" y="1790573"/>
                </a:lnTo>
                <a:lnTo>
                  <a:pt x="273837" y="1830578"/>
                </a:lnTo>
                <a:lnTo>
                  <a:pt x="304507" y="1870710"/>
                </a:lnTo>
                <a:lnTo>
                  <a:pt x="336499" y="1897380"/>
                </a:lnTo>
                <a:lnTo>
                  <a:pt x="369785" y="1924177"/>
                </a:lnTo>
                <a:lnTo>
                  <a:pt x="404291" y="1950847"/>
                </a:lnTo>
                <a:lnTo>
                  <a:pt x="439991" y="1990979"/>
                </a:lnTo>
                <a:lnTo>
                  <a:pt x="476821" y="2004314"/>
                </a:lnTo>
                <a:lnTo>
                  <a:pt x="514756" y="2031111"/>
                </a:lnTo>
                <a:lnTo>
                  <a:pt x="553732" y="2057781"/>
                </a:lnTo>
                <a:lnTo>
                  <a:pt x="593712" y="2084451"/>
                </a:lnTo>
                <a:lnTo>
                  <a:pt x="676554" y="2111248"/>
                </a:lnTo>
                <a:lnTo>
                  <a:pt x="719226" y="2137918"/>
                </a:lnTo>
                <a:lnTo>
                  <a:pt x="762787" y="2151380"/>
                </a:lnTo>
                <a:lnTo>
                  <a:pt x="806983" y="2151380"/>
                </a:lnTo>
                <a:lnTo>
                  <a:pt x="897788" y="2178050"/>
                </a:lnTo>
                <a:lnTo>
                  <a:pt x="1179220" y="2178050"/>
                </a:lnTo>
                <a:lnTo>
                  <a:pt x="1270025" y="2151380"/>
                </a:lnTo>
                <a:lnTo>
                  <a:pt x="1314221" y="2151380"/>
                </a:lnTo>
                <a:lnTo>
                  <a:pt x="1357782" y="2137918"/>
                </a:lnTo>
                <a:lnTo>
                  <a:pt x="1400454" y="2111248"/>
                </a:lnTo>
                <a:lnTo>
                  <a:pt x="1483258" y="2084451"/>
                </a:lnTo>
                <a:lnTo>
                  <a:pt x="1523263" y="2057781"/>
                </a:lnTo>
                <a:lnTo>
                  <a:pt x="1562252" y="2031111"/>
                </a:lnTo>
                <a:lnTo>
                  <a:pt x="1600225" y="2004314"/>
                </a:lnTo>
                <a:lnTo>
                  <a:pt x="1637055" y="1990979"/>
                </a:lnTo>
                <a:lnTo>
                  <a:pt x="1672742" y="1950847"/>
                </a:lnTo>
                <a:lnTo>
                  <a:pt x="1707286" y="1924177"/>
                </a:lnTo>
                <a:lnTo>
                  <a:pt x="1740560" y="1897380"/>
                </a:lnTo>
                <a:lnTo>
                  <a:pt x="1772564" y="1870710"/>
                </a:lnTo>
                <a:lnTo>
                  <a:pt x="1803171" y="1830578"/>
                </a:lnTo>
                <a:lnTo>
                  <a:pt x="1832508" y="1790573"/>
                </a:lnTo>
                <a:lnTo>
                  <a:pt x="1860321" y="1763776"/>
                </a:lnTo>
                <a:lnTo>
                  <a:pt x="1886737" y="1723771"/>
                </a:lnTo>
                <a:lnTo>
                  <a:pt x="1911629" y="1683639"/>
                </a:lnTo>
                <a:lnTo>
                  <a:pt x="1934997" y="1643507"/>
                </a:lnTo>
                <a:lnTo>
                  <a:pt x="1956714" y="1603502"/>
                </a:lnTo>
                <a:lnTo>
                  <a:pt x="1976907" y="1563370"/>
                </a:lnTo>
                <a:lnTo>
                  <a:pt x="1995322" y="1523238"/>
                </a:lnTo>
                <a:lnTo>
                  <a:pt x="2011959" y="1469898"/>
                </a:lnTo>
                <a:lnTo>
                  <a:pt x="2026818" y="1429766"/>
                </a:lnTo>
                <a:lnTo>
                  <a:pt x="2039899" y="1376299"/>
                </a:lnTo>
                <a:lnTo>
                  <a:pt x="2051075" y="1336167"/>
                </a:lnTo>
                <a:lnTo>
                  <a:pt x="2060219" y="1282827"/>
                </a:lnTo>
                <a:lnTo>
                  <a:pt x="2067458" y="1242695"/>
                </a:lnTo>
                <a:lnTo>
                  <a:pt x="2072792" y="1189228"/>
                </a:lnTo>
                <a:lnTo>
                  <a:pt x="2075967" y="1135761"/>
                </a:lnTo>
                <a:lnTo>
                  <a:pt x="2076983" y="1095756"/>
                </a:lnTo>
                <a:close/>
              </a:path>
            </a:pathLst>
          </a:custGeom>
          <a:solidFill>
            <a:srgbClr val="25374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626615" cy="169925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71926" y="657860"/>
            <a:ext cx="1979929" cy="422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25374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460" y="2462403"/>
            <a:ext cx="6812280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3528" y="9956673"/>
            <a:ext cx="2422144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460" y="9956673"/>
            <a:ext cx="1740916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9824" y="9956673"/>
            <a:ext cx="1740916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jpeg"/><Relationship Id="rId2" Type="http://schemas.openxmlformats.org/officeDocument/2006/relationships/hyperlink" Target="mailto:sd6500349@gmail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8729" y="1214183"/>
            <a:ext cx="1979929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10" dirty="0"/>
              <a:t>SHUBHADEEP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56141" y="1226362"/>
            <a:ext cx="69596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60" dirty="0">
                <a:solidFill>
                  <a:srgbClr val="25374A"/>
                </a:solidFill>
                <a:latin typeface="Arial"/>
                <a:cs typeface="Arial"/>
              </a:rPr>
              <a:t>DAS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16729" y="2220023"/>
            <a:ext cx="87503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latin typeface="Verdana"/>
                <a:cs typeface="Verdana"/>
              </a:rPr>
              <a:t>Student</a:t>
            </a:r>
            <a:endParaRPr sz="17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0581" y="3074516"/>
            <a:ext cx="97790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5" dirty="0">
                <a:latin typeface="Verdana"/>
                <a:cs typeface="Verdana"/>
              </a:rPr>
              <a:t>About</a:t>
            </a:r>
            <a:r>
              <a:rPr sz="1700" spc="-45" dirty="0">
                <a:latin typeface="Verdana"/>
                <a:cs typeface="Verdana"/>
              </a:rPr>
              <a:t> </a:t>
            </a:r>
            <a:r>
              <a:rPr sz="1700" spc="-25" dirty="0">
                <a:latin typeface="Verdana"/>
                <a:cs typeface="Verdana"/>
              </a:rPr>
              <a:t>Me</a:t>
            </a:r>
            <a:endParaRPr sz="17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2860" y="3523640"/>
            <a:ext cx="848994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80" dirty="0">
                <a:latin typeface="Verdana"/>
                <a:cs typeface="Verdana"/>
              </a:rPr>
              <a:t>6291123845</a:t>
            </a:r>
            <a:endParaRPr sz="115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2860" y="3904615"/>
            <a:ext cx="164846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u="sng" spc="-4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Verdana"/>
                <a:cs typeface="Verdana"/>
                <a:hlinkClick r:id="rId2"/>
              </a:rPr>
              <a:t>sd6500349@gmail.com</a:t>
            </a:r>
            <a:endParaRPr sz="11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2861" y="4337431"/>
            <a:ext cx="1648460" cy="98283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6800"/>
              </a:lnSpc>
              <a:spcBef>
                <a:spcPts val="95"/>
              </a:spcBef>
            </a:pPr>
            <a:r>
              <a:rPr sz="1200" spc="-50" dirty="0">
                <a:latin typeface="Verdana"/>
                <a:cs typeface="Verdana"/>
              </a:rPr>
              <a:t>Kalitala,</a:t>
            </a:r>
            <a:r>
              <a:rPr sz="1200" spc="-15" dirty="0">
                <a:latin typeface="Verdana"/>
                <a:cs typeface="Verdana"/>
              </a:rPr>
              <a:t> </a:t>
            </a:r>
            <a:r>
              <a:rPr sz="1200" spc="-60" dirty="0">
                <a:latin typeface="Verdana"/>
                <a:cs typeface="Verdana"/>
              </a:rPr>
              <a:t>Jaffarpur</a:t>
            </a:r>
            <a:r>
              <a:rPr sz="1200" spc="-10" dirty="0">
                <a:latin typeface="Verdana"/>
                <a:cs typeface="Verdana"/>
              </a:rPr>
              <a:t> </a:t>
            </a:r>
            <a:r>
              <a:rPr sz="1200" spc="-60" dirty="0">
                <a:latin typeface="Verdana"/>
                <a:cs typeface="Verdana"/>
              </a:rPr>
              <a:t>(CT),</a:t>
            </a:r>
            <a:r>
              <a:rPr sz="1200" spc="30" dirty="0">
                <a:latin typeface="Verdana"/>
                <a:cs typeface="Verdana"/>
              </a:rPr>
              <a:t> </a:t>
            </a:r>
            <a:r>
              <a:rPr sz="1200" spc="-75" dirty="0">
                <a:latin typeface="Verdana"/>
                <a:cs typeface="Verdana"/>
              </a:rPr>
              <a:t>Barrackpore,</a:t>
            </a:r>
            <a:r>
              <a:rPr lang="en-GB" sz="1200" spc="-75" dirty="0">
                <a:latin typeface="Verdana"/>
                <a:cs typeface="Verdana"/>
              </a:rPr>
              <a:t> </a:t>
            </a:r>
            <a:r>
              <a:rPr sz="1200" spc="-100" dirty="0">
                <a:latin typeface="Verdana"/>
                <a:cs typeface="Verdana"/>
              </a:rPr>
              <a:t>North</a:t>
            </a:r>
            <a:r>
              <a:rPr sz="1200" spc="75" dirty="0">
                <a:latin typeface="Verdana"/>
                <a:cs typeface="Verdana"/>
              </a:rPr>
              <a:t> </a:t>
            </a:r>
            <a:r>
              <a:rPr sz="1200" spc="-170" dirty="0">
                <a:latin typeface="Verdana"/>
                <a:cs typeface="Verdana"/>
              </a:rPr>
              <a:t>24</a:t>
            </a:r>
            <a:r>
              <a:rPr sz="1200" spc="95" dirty="0">
                <a:latin typeface="Verdana"/>
                <a:cs typeface="Verdana"/>
              </a:rPr>
              <a:t> </a:t>
            </a:r>
            <a:r>
              <a:rPr sz="1200" spc="-95" dirty="0">
                <a:latin typeface="Verdana"/>
                <a:cs typeface="Verdana"/>
              </a:rPr>
              <a:t>Parganas,</a:t>
            </a:r>
            <a:r>
              <a:rPr sz="1200" spc="85" dirty="0">
                <a:latin typeface="Verdana"/>
                <a:cs typeface="Verdana"/>
              </a:rPr>
              <a:t> </a:t>
            </a:r>
            <a:r>
              <a:rPr sz="1200" spc="-60" dirty="0">
                <a:latin typeface="Verdana"/>
                <a:cs typeface="Verdana"/>
              </a:rPr>
              <a:t>Kolkata-</a:t>
            </a:r>
            <a:r>
              <a:rPr sz="1200" spc="-10" dirty="0">
                <a:latin typeface="Verdana"/>
                <a:cs typeface="Verdana"/>
              </a:rPr>
              <a:t>700122, </a:t>
            </a:r>
            <a:r>
              <a:rPr sz="1200" spc="-70" dirty="0">
                <a:latin typeface="Verdana"/>
                <a:cs typeface="Verdana"/>
              </a:rPr>
              <a:t>West</a:t>
            </a:r>
            <a:r>
              <a:rPr sz="1200" spc="-10" dirty="0">
                <a:latin typeface="Verdana"/>
                <a:cs typeface="Verdana"/>
              </a:rPr>
              <a:t> Bengal.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47313" y="3156331"/>
            <a:ext cx="6724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30" dirty="0">
                <a:latin typeface="Verdana"/>
                <a:cs typeface="Verdana"/>
              </a:rPr>
              <a:t>html,css,js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47313" y="3352926"/>
            <a:ext cx="601980" cy="21031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" marR="5080" indent="-6350">
              <a:lnSpc>
                <a:spcPct val="141900"/>
              </a:lnSpc>
              <a:spcBef>
                <a:spcPts val="105"/>
              </a:spcBef>
            </a:pPr>
            <a:r>
              <a:rPr sz="1200" spc="-10" dirty="0">
                <a:latin typeface="Verdana"/>
                <a:cs typeface="Verdana"/>
              </a:rPr>
              <a:t>django </a:t>
            </a:r>
            <a:r>
              <a:rPr sz="1200" spc="-20" dirty="0">
                <a:latin typeface="Verdana"/>
                <a:cs typeface="Verdana"/>
              </a:rPr>
              <a:t>react </a:t>
            </a:r>
            <a:r>
              <a:rPr sz="1200" spc="-10" dirty="0">
                <a:latin typeface="Verdana"/>
                <a:cs typeface="Verdana"/>
              </a:rPr>
              <a:t>node.js python cpp,c mysql </a:t>
            </a:r>
            <a:r>
              <a:rPr sz="1200" spc="-20" dirty="0">
                <a:latin typeface="Verdana"/>
                <a:cs typeface="Verdana"/>
              </a:rPr>
              <a:t>oops </a:t>
            </a:r>
            <a:r>
              <a:rPr sz="1200" spc="-25" dirty="0">
                <a:latin typeface="Verdana"/>
                <a:cs typeface="Verdana"/>
              </a:rPr>
              <a:t>dsa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3716" y="6312179"/>
            <a:ext cx="633730" cy="8915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41100"/>
              </a:lnSpc>
              <a:spcBef>
                <a:spcPts val="55"/>
              </a:spcBef>
            </a:pPr>
            <a:r>
              <a:rPr sz="1350" spc="-40" dirty="0">
                <a:latin typeface="Verdana"/>
                <a:cs typeface="Verdana"/>
              </a:rPr>
              <a:t>Bengali </a:t>
            </a:r>
            <a:r>
              <a:rPr sz="1350" spc="-20" dirty="0">
                <a:latin typeface="Verdana"/>
                <a:cs typeface="Verdana"/>
              </a:rPr>
              <a:t>English </a:t>
            </a:r>
            <a:r>
              <a:rPr sz="1350" spc="-10" dirty="0">
                <a:latin typeface="Verdana"/>
                <a:cs typeface="Verdana"/>
              </a:rPr>
              <a:t>Hindi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79791" y="6418135"/>
            <a:ext cx="3009340" cy="8506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100"/>
              </a:spcBef>
            </a:pPr>
            <a:r>
              <a:rPr sz="1200" dirty="0">
                <a:latin typeface="Verdana"/>
                <a:cs typeface="Verdana"/>
              </a:rPr>
              <a:t>Kendriya</a:t>
            </a:r>
            <a:r>
              <a:rPr sz="1200" spc="-1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Vidyalaya</a:t>
            </a:r>
            <a:r>
              <a:rPr sz="1200" spc="-1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No.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2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Ishapore School</a:t>
            </a:r>
            <a:r>
              <a:rPr sz="1200" spc="-10" dirty="0">
                <a:latin typeface="Lucida Sans Unicode"/>
                <a:cs typeface="Lucida Sans Unicode"/>
              </a:rPr>
              <a:t>(H.S)</a:t>
            </a:r>
            <a:endParaRPr sz="1200" dirty="0">
              <a:latin typeface="Lucida Sans Unicode"/>
              <a:cs typeface="Lucida Sans Unicode"/>
            </a:endParaRPr>
          </a:p>
          <a:p>
            <a:pPr marL="12700" marR="1260475">
              <a:lnSpc>
                <a:spcPct val="101000"/>
              </a:lnSpc>
              <a:spcBef>
                <a:spcPts val="615"/>
              </a:spcBef>
            </a:pPr>
            <a:r>
              <a:rPr sz="1200" spc="-75" dirty="0">
                <a:latin typeface="Verdana"/>
                <a:cs typeface="Verdana"/>
              </a:rPr>
              <a:t>Secondary</a:t>
            </a:r>
            <a:r>
              <a:rPr sz="1200" spc="-45" dirty="0">
                <a:latin typeface="Verdana"/>
                <a:cs typeface="Verdana"/>
              </a:rPr>
              <a:t> </a:t>
            </a:r>
            <a:r>
              <a:rPr sz="1200" spc="-60" dirty="0">
                <a:latin typeface="Verdana"/>
                <a:cs typeface="Verdana"/>
              </a:rPr>
              <a:t>Education.</a:t>
            </a:r>
            <a:r>
              <a:rPr lang="en-IN" sz="1200" spc="-60" dirty="0">
                <a:latin typeface="Verdana"/>
                <a:cs typeface="Verdana"/>
              </a:rPr>
              <a:t> </a:t>
            </a:r>
            <a:r>
              <a:rPr sz="1200" spc="-50" dirty="0">
                <a:latin typeface="Verdana"/>
                <a:cs typeface="Verdana"/>
              </a:rPr>
              <a:t>2020-</a:t>
            </a:r>
            <a:r>
              <a:rPr sz="1200" spc="-20" dirty="0">
                <a:latin typeface="Verdana"/>
                <a:cs typeface="Verdana"/>
              </a:rPr>
              <a:t>2021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55875" y="7477405"/>
            <a:ext cx="3013075" cy="88017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87630">
              <a:lnSpc>
                <a:spcPct val="118900"/>
              </a:lnSpc>
              <a:spcBef>
                <a:spcPts val="90"/>
              </a:spcBef>
            </a:pPr>
            <a:r>
              <a:rPr sz="1200" dirty="0">
                <a:latin typeface="Verdana"/>
                <a:cs typeface="Verdana"/>
              </a:rPr>
              <a:t>Kendriya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Vidyalaya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No.</a:t>
            </a:r>
            <a:r>
              <a:rPr sz="1200" spc="-30" dirty="0">
                <a:latin typeface="Verdana"/>
                <a:cs typeface="Verdana"/>
              </a:rPr>
              <a:t> </a:t>
            </a:r>
            <a:r>
              <a:rPr sz="1200" spc="-50" dirty="0">
                <a:latin typeface="Verdana"/>
                <a:cs typeface="Verdana"/>
              </a:rPr>
              <a:t>2 </a:t>
            </a:r>
            <a:r>
              <a:rPr sz="1200" dirty="0">
                <a:latin typeface="Verdana"/>
                <a:cs typeface="Verdana"/>
              </a:rPr>
              <a:t>Ishapore</a:t>
            </a:r>
            <a:r>
              <a:rPr sz="1200" spc="-2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School</a:t>
            </a:r>
            <a:r>
              <a:rPr sz="1200" spc="-20" dirty="0">
                <a:latin typeface="Verdana"/>
                <a:cs typeface="Verdana"/>
              </a:rPr>
              <a:t> </a:t>
            </a:r>
            <a:r>
              <a:rPr sz="1200" spc="-20" dirty="0">
                <a:latin typeface="Lucida Sans Unicode"/>
                <a:cs typeface="Lucida Sans Unicode"/>
              </a:rPr>
              <a:t>(H.S)</a:t>
            </a:r>
            <a:endParaRPr sz="1200" dirty="0">
              <a:latin typeface="Lucida Sans Unicode"/>
              <a:cs typeface="Lucida Sans Unicode"/>
            </a:endParaRPr>
          </a:p>
          <a:p>
            <a:pPr marL="12700" marR="5080">
              <a:lnSpc>
                <a:spcPct val="111400"/>
              </a:lnSpc>
              <a:spcBef>
                <a:spcPts val="315"/>
              </a:spcBef>
            </a:pPr>
            <a:r>
              <a:rPr sz="1200" spc="-30" dirty="0">
                <a:latin typeface="Verdana"/>
                <a:cs typeface="Verdana"/>
              </a:rPr>
              <a:t>Higher</a:t>
            </a:r>
            <a:r>
              <a:rPr sz="1200" spc="-60" dirty="0">
                <a:latin typeface="Verdana"/>
                <a:cs typeface="Verdana"/>
              </a:rPr>
              <a:t> </a:t>
            </a:r>
            <a:r>
              <a:rPr sz="1200" spc="-30" dirty="0">
                <a:latin typeface="Verdana"/>
                <a:cs typeface="Verdana"/>
              </a:rPr>
              <a:t>Secondary</a:t>
            </a:r>
            <a:r>
              <a:rPr sz="1200" spc="-70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Education. </a:t>
            </a:r>
            <a:r>
              <a:rPr sz="1200" spc="-10" dirty="0">
                <a:latin typeface="Verdana"/>
                <a:cs typeface="Verdana"/>
              </a:rPr>
              <a:t>2022-</a:t>
            </a:r>
            <a:r>
              <a:rPr sz="1200" spc="-20" dirty="0">
                <a:latin typeface="Verdana"/>
                <a:cs typeface="Verdana"/>
              </a:rPr>
              <a:t>2023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6712" y="8404707"/>
            <a:ext cx="2101088" cy="2779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900"/>
              </a:lnSpc>
              <a:spcBef>
                <a:spcPts val="100"/>
              </a:spcBef>
            </a:pPr>
            <a:r>
              <a:rPr sz="1400" dirty="0">
                <a:latin typeface="Verdana"/>
                <a:cs typeface="Verdana"/>
              </a:rPr>
              <a:t>Gaming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and </a:t>
            </a:r>
            <a:r>
              <a:rPr sz="1400" spc="-10" dirty="0">
                <a:latin typeface="Verdana"/>
                <a:cs typeface="Verdana"/>
              </a:rPr>
              <a:t>Streaming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59610" y="8566170"/>
            <a:ext cx="3009340" cy="725327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3499"/>
              </a:lnSpc>
              <a:spcBef>
                <a:spcPts val="50"/>
              </a:spcBef>
            </a:pPr>
            <a:r>
              <a:rPr sz="1200" spc="-30" dirty="0">
                <a:latin typeface="Lucida Sans Unicode"/>
                <a:cs typeface="Lucida Sans Unicode"/>
              </a:rPr>
              <a:t>RCC</a:t>
            </a:r>
            <a:r>
              <a:rPr sz="1200" spc="-45" dirty="0">
                <a:latin typeface="Lucida Sans Unicode"/>
                <a:cs typeface="Lucida Sans Unicode"/>
              </a:rPr>
              <a:t> </a:t>
            </a:r>
            <a:r>
              <a:rPr sz="1200" spc="-35" dirty="0">
                <a:latin typeface="Lucida Sans Unicode"/>
                <a:cs typeface="Lucida Sans Unicode"/>
              </a:rPr>
              <a:t>Institute</a:t>
            </a:r>
            <a:r>
              <a:rPr sz="1200" spc="-30" dirty="0">
                <a:latin typeface="Lucida Sans Unicode"/>
                <a:cs typeface="Lucida Sans Unicode"/>
              </a:rPr>
              <a:t> </a:t>
            </a:r>
            <a:r>
              <a:rPr sz="1200" spc="-20" dirty="0">
                <a:latin typeface="Lucida Sans Unicode"/>
                <a:cs typeface="Lucida Sans Unicode"/>
              </a:rPr>
              <a:t>of</a:t>
            </a:r>
            <a:r>
              <a:rPr sz="1200" spc="-40" dirty="0">
                <a:latin typeface="Lucida Sans Unicode"/>
                <a:cs typeface="Lucida Sans Unicode"/>
              </a:rPr>
              <a:t> Information</a:t>
            </a:r>
            <a:r>
              <a:rPr sz="1200" spc="-30" dirty="0">
                <a:latin typeface="Lucida Sans Unicode"/>
                <a:cs typeface="Lucida Sans Unicode"/>
              </a:rPr>
              <a:t> </a:t>
            </a:r>
            <a:r>
              <a:rPr sz="1200" spc="-25" dirty="0">
                <a:latin typeface="Lucida Sans Unicode"/>
                <a:cs typeface="Lucida Sans Unicode"/>
              </a:rPr>
              <a:t>Technology </a:t>
            </a:r>
            <a:r>
              <a:rPr sz="1200" spc="-10" dirty="0">
                <a:latin typeface="Lucida Sans Unicode"/>
                <a:cs typeface="Lucida Sans Unicode"/>
              </a:rPr>
              <a:t>College</a:t>
            </a:r>
            <a:endParaRPr sz="1200" dirty="0">
              <a:latin typeface="Lucida Sans Unicode"/>
              <a:cs typeface="Lucida Sans Unicode"/>
            </a:endParaRPr>
          </a:p>
          <a:p>
            <a:pPr marL="12700">
              <a:lnSpc>
                <a:spcPts val="1205"/>
              </a:lnSpc>
            </a:pPr>
            <a:r>
              <a:rPr sz="1200" spc="-65" dirty="0">
                <a:latin typeface="Verdana"/>
                <a:cs typeface="Verdana"/>
              </a:rPr>
              <a:t>Bachelor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75" dirty="0">
                <a:latin typeface="Verdana"/>
                <a:cs typeface="Verdana"/>
              </a:rPr>
              <a:t>of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75" dirty="0">
                <a:latin typeface="Verdana"/>
                <a:cs typeface="Verdana"/>
              </a:rPr>
              <a:t>Science</a:t>
            </a:r>
            <a:r>
              <a:rPr sz="1200" spc="-10" dirty="0">
                <a:latin typeface="Verdana"/>
                <a:cs typeface="Verdana"/>
              </a:rPr>
              <a:t> </a:t>
            </a:r>
            <a:r>
              <a:rPr sz="1200" spc="-50" dirty="0">
                <a:latin typeface="Verdana"/>
                <a:cs typeface="Verdana"/>
              </a:rPr>
              <a:t>in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80" dirty="0">
                <a:latin typeface="Verdana"/>
                <a:cs typeface="Verdana"/>
              </a:rPr>
              <a:t>Computer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Science</a:t>
            </a:r>
            <a:endParaRPr sz="12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200" spc="-165" dirty="0">
                <a:latin typeface="Verdana"/>
                <a:cs typeface="Verdana"/>
              </a:rPr>
              <a:t>2023-</a:t>
            </a:r>
            <a:r>
              <a:rPr sz="1200" spc="-20" dirty="0">
                <a:latin typeface="Verdana"/>
                <a:cs typeface="Verdana"/>
              </a:rPr>
              <a:t>2027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1959" y="5517642"/>
            <a:ext cx="2475865" cy="295275"/>
          </a:xfrm>
          <a:prstGeom prst="rect">
            <a:avLst/>
          </a:prstGeom>
          <a:solidFill>
            <a:srgbClr val="25374A"/>
          </a:solidFill>
        </p:spPr>
        <p:txBody>
          <a:bodyPr vert="horz" wrap="square" lIns="0" tIns="48895" rIns="0" bIns="0" rtlCol="0">
            <a:spAutoFit/>
          </a:bodyPr>
          <a:lstStyle/>
          <a:p>
            <a:pPr marL="821690">
              <a:lnSpc>
                <a:spcPct val="100000"/>
              </a:lnSpc>
              <a:spcBef>
                <a:spcPts val="385"/>
              </a:spcBef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LANGUAGE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56700" y="5775884"/>
            <a:ext cx="3013075" cy="283845"/>
          </a:xfrm>
          <a:prstGeom prst="rect">
            <a:avLst/>
          </a:prstGeom>
          <a:solidFill>
            <a:srgbClr val="25374A"/>
          </a:solidFill>
        </p:spPr>
        <p:txBody>
          <a:bodyPr vert="horz" wrap="square" lIns="0" tIns="4953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390"/>
              </a:spcBef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EDUCATION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41959" y="3856482"/>
            <a:ext cx="330200" cy="330200"/>
            <a:chOff x="441959" y="3856482"/>
            <a:chExt cx="330200" cy="33020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5536" y="3955491"/>
              <a:ext cx="202920" cy="13200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41959" y="3856482"/>
              <a:ext cx="316865" cy="330200"/>
            </a:xfrm>
            <a:custGeom>
              <a:avLst/>
              <a:gdLst/>
              <a:ahLst/>
              <a:cxnLst/>
              <a:rect l="l" t="t" r="r" b="b"/>
              <a:pathLst>
                <a:path w="316865" h="330200">
                  <a:moveTo>
                    <a:pt x="170840" y="0"/>
                  </a:moveTo>
                  <a:lnTo>
                    <a:pt x="125793" y="4445"/>
                  </a:lnTo>
                  <a:lnTo>
                    <a:pt x="48183" y="48132"/>
                  </a:lnTo>
                  <a:lnTo>
                    <a:pt x="13335" y="99441"/>
                  </a:lnTo>
                  <a:lnTo>
                    <a:pt x="0" y="159893"/>
                  </a:lnTo>
                  <a:lnTo>
                    <a:pt x="393" y="176911"/>
                  </a:lnTo>
                  <a:lnTo>
                    <a:pt x="23380" y="250190"/>
                  </a:lnTo>
                  <a:lnTo>
                    <a:pt x="50304" y="284099"/>
                  </a:lnTo>
                  <a:lnTo>
                    <a:pt x="82892" y="308228"/>
                  </a:lnTo>
                  <a:lnTo>
                    <a:pt x="120294" y="324230"/>
                  </a:lnTo>
                  <a:lnTo>
                    <a:pt x="158572" y="329946"/>
                  </a:lnTo>
                  <a:lnTo>
                    <a:pt x="172275" y="329946"/>
                  </a:lnTo>
                  <a:lnTo>
                    <a:pt x="235242" y="314705"/>
                  </a:lnTo>
                  <a:lnTo>
                    <a:pt x="271411" y="291338"/>
                  </a:lnTo>
                  <a:lnTo>
                    <a:pt x="313143" y="237744"/>
                  </a:lnTo>
                  <a:lnTo>
                    <a:pt x="315760" y="230758"/>
                  </a:lnTo>
                  <a:lnTo>
                    <a:pt x="78003" y="230758"/>
                  </a:lnTo>
                  <a:lnTo>
                    <a:pt x="88798" y="222376"/>
                  </a:lnTo>
                  <a:lnTo>
                    <a:pt x="63830" y="222376"/>
                  </a:lnTo>
                  <a:lnTo>
                    <a:pt x="63830" y="108966"/>
                  </a:lnTo>
                  <a:lnTo>
                    <a:pt x="86906" y="108966"/>
                  </a:lnTo>
                  <a:lnTo>
                    <a:pt x="76073" y="99314"/>
                  </a:lnTo>
                  <a:lnTo>
                    <a:pt x="316496" y="99314"/>
                  </a:lnTo>
                  <a:lnTo>
                    <a:pt x="314833" y="95123"/>
                  </a:lnTo>
                  <a:lnTo>
                    <a:pt x="281927" y="48132"/>
                  </a:lnTo>
                  <a:lnTo>
                    <a:pt x="235305" y="15494"/>
                  </a:lnTo>
                  <a:lnTo>
                    <a:pt x="186804" y="1143"/>
                  </a:lnTo>
                  <a:lnTo>
                    <a:pt x="170840" y="0"/>
                  </a:lnTo>
                  <a:close/>
                </a:path>
              </a:pathLst>
            </a:custGeom>
            <a:solidFill>
              <a:srgbClr val="2537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5790" y="3955796"/>
              <a:ext cx="266242" cy="131444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441959" y="3447669"/>
            <a:ext cx="330200" cy="330200"/>
            <a:chOff x="441959" y="3447669"/>
            <a:chExt cx="330200" cy="330200"/>
          </a:xfrm>
        </p:grpSpPr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9879" y="3515754"/>
              <a:ext cx="193560" cy="193281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41959" y="3447669"/>
              <a:ext cx="299085" cy="330200"/>
            </a:xfrm>
            <a:custGeom>
              <a:avLst/>
              <a:gdLst/>
              <a:ahLst/>
              <a:cxnLst/>
              <a:rect l="l" t="t" r="r" b="b"/>
              <a:pathLst>
                <a:path w="299084" h="330200">
                  <a:moveTo>
                    <a:pt x="170662" y="0"/>
                  </a:moveTo>
                  <a:lnTo>
                    <a:pt x="125615" y="4444"/>
                  </a:lnTo>
                  <a:lnTo>
                    <a:pt x="75933" y="25780"/>
                  </a:lnTo>
                  <a:lnTo>
                    <a:pt x="45720" y="50418"/>
                  </a:lnTo>
                  <a:lnTo>
                    <a:pt x="21602" y="82930"/>
                  </a:lnTo>
                  <a:lnTo>
                    <a:pt x="5613" y="120395"/>
                  </a:lnTo>
                  <a:lnTo>
                    <a:pt x="0" y="158114"/>
                  </a:lnTo>
                  <a:lnTo>
                    <a:pt x="4445" y="205104"/>
                  </a:lnTo>
                  <a:lnTo>
                    <a:pt x="23202" y="250316"/>
                  </a:lnTo>
                  <a:lnTo>
                    <a:pt x="50126" y="284099"/>
                  </a:lnTo>
                  <a:lnTo>
                    <a:pt x="82715" y="308228"/>
                  </a:lnTo>
                  <a:lnTo>
                    <a:pt x="120129" y="324230"/>
                  </a:lnTo>
                  <a:lnTo>
                    <a:pt x="158394" y="329945"/>
                  </a:lnTo>
                  <a:lnTo>
                    <a:pt x="172097" y="329945"/>
                  </a:lnTo>
                  <a:lnTo>
                    <a:pt x="220560" y="320675"/>
                  </a:lnTo>
                  <a:lnTo>
                    <a:pt x="259308" y="300354"/>
                  </a:lnTo>
                  <a:lnTo>
                    <a:pt x="294347" y="267969"/>
                  </a:lnTo>
                  <a:lnTo>
                    <a:pt x="298551" y="261111"/>
                  </a:lnTo>
                  <a:lnTo>
                    <a:pt x="218833" y="261111"/>
                  </a:lnTo>
                  <a:lnTo>
                    <a:pt x="203327" y="257809"/>
                  </a:lnTo>
                  <a:lnTo>
                    <a:pt x="189572" y="252475"/>
                  </a:lnTo>
                  <a:lnTo>
                    <a:pt x="183565" y="249554"/>
                  </a:lnTo>
                  <a:lnTo>
                    <a:pt x="179260" y="247776"/>
                  </a:lnTo>
                  <a:lnTo>
                    <a:pt x="146380" y="225678"/>
                  </a:lnTo>
                  <a:lnTo>
                    <a:pt x="138264" y="218693"/>
                  </a:lnTo>
                  <a:lnTo>
                    <a:pt x="122821" y="204850"/>
                  </a:lnTo>
                  <a:lnTo>
                    <a:pt x="121869" y="202945"/>
                  </a:lnTo>
                  <a:lnTo>
                    <a:pt x="108496" y="188721"/>
                  </a:lnTo>
                  <a:lnTo>
                    <a:pt x="82956" y="151510"/>
                  </a:lnTo>
                  <a:lnTo>
                    <a:pt x="68237" y="104266"/>
                  </a:lnTo>
                  <a:lnTo>
                    <a:pt x="68999" y="96646"/>
                  </a:lnTo>
                  <a:lnTo>
                    <a:pt x="102654" y="69850"/>
                  </a:lnTo>
                  <a:lnTo>
                    <a:pt x="108127" y="68325"/>
                  </a:lnTo>
                  <a:lnTo>
                    <a:pt x="298729" y="68325"/>
                  </a:lnTo>
                  <a:lnTo>
                    <a:pt x="281863" y="48259"/>
                  </a:lnTo>
                  <a:lnTo>
                    <a:pt x="235140" y="15493"/>
                  </a:lnTo>
                  <a:lnTo>
                    <a:pt x="186626" y="1142"/>
                  </a:lnTo>
                  <a:lnTo>
                    <a:pt x="170662" y="0"/>
                  </a:lnTo>
                  <a:close/>
                </a:path>
              </a:pathLst>
            </a:custGeom>
            <a:solidFill>
              <a:srgbClr val="2537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0087" y="3515995"/>
              <a:ext cx="221767" cy="192785"/>
            </a:xfrm>
            <a:prstGeom prst="rect">
              <a:avLst/>
            </a:prstGeom>
          </p:spPr>
        </p:pic>
      </p:grpSp>
      <p:sp>
        <p:nvSpPr>
          <p:cNvPr id="26" name="object 26"/>
          <p:cNvSpPr/>
          <p:nvPr/>
        </p:nvSpPr>
        <p:spPr>
          <a:xfrm>
            <a:off x="730250" y="6497447"/>
            <a:ext cx="48260" cy="47625"/>
          </a:xfrm>
          <a:custGeom>
            <a:avLst/>
            <a:gdLst/>
            <a:ahLst/>
            <a:cxnLst/>
            <a:rect l="l" t="t" r="r" b="b"/>
            <a:pathLst>
              <a:path w="48259" h="47625">
                <a:moveTo>
                  <a:pt x="26974" y="0"/>
                </a:moveTo>
                <a:lnTo>
                  <a:pt x="20662" y="0"/>
                </a:lnTo>
                <a:lnTo>
                  <a:pt x="0" y="20701"/>
                </a:lnTo>
                <a:lnTo>
                  <a:pt x="0" y="26924"/>
                </a:lnTo>
                <a:lnTo>
                  <a:pt x="17627" y="46990"/>
                </a:lnTo>
                <a:lnTo>
                  <a:pt x="20662" y="47625"/>
                </a:lnTo>
                <a:lnTo>
                  <a:pt x="26974" y="47625"/>
                </a:lnTo>
                <a:lnTo>
                  <a:pt x="47637" y="26924"/>
                </a:lnTo>
                <a:lnTo>
                  <a:pt x="47637" y="23749"/>
                </a:lnTo>
                <a:lnTo>
                  <a:pt x="269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30250" y="6792722"/>
            <a:ext cx="48260" cy="47625"/>
          </a:xfrm>
          <a:custGeom>
            <a:avLst/>
            <a:gdLst/>
            <a:ahLst/>
            <a:cxnLst/>
            <a:rect l="l" t="t" r="r" b="b"/>
            <a:pathLst>
              <a:path w="48259" h="47625">
                <a:moveTo>
                  <a:pt x="26974" y="0"/>
                </a:moveTo>
                <a:lnTo>
                  <a:pt x="20662" y="0"/>
                </a:lnTo>
                <a:lnTo>
                  <a:pt x="0" y="20701"/>
                </a:lnTo>
                <a:lnTo>
                  <a:pt x="0" y="26924"/>
                </a:lnTo>
                <a:lnTo>
                  <a:pt x="17627" y="46990"/>
                </a:lnTo>
                <a:lnTo>
                  <a:pt x="20662" y="47625"/>
                </a:lnTo>
                <a:lnTo>
                  <a:pt x="26974" y="47625"/>
                </a:lnTo>
                <a:lnTo>
                  <a:pt x="47637" y="26924"/>
                </a:lnTo>
                <a:lnTo>
                  <a:pt x="47637" y="23749"/>
                </a:lnTo>
                <a:lnTo>
                  <a:pt x="269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30250" y="7087997"/>
            <a:ext cx="48260" cy="47625"/>
          </a:xfrm>
          <a:custGeom>
            <a:avLst/>
            <a:gdLst/>
            <a:ahLst/>
            <a:cxnLst/>
            <a:rect l="l" t="t" r="r" b="b"/>
            <a:pathLst>
              <a:path w="48259" h="47625">
                <a:moveTo>
                  <a:pt x="26974" y="0"/>
                </a:moveTo>
                <a:lnTo>
                  <a:pt x="20662" y="0"/>
                </a:lnTo>
                <a:lnTo>
                  <a:pt x="0" y="20701"/>
                </a:lnTo>
                <a:lnTo>
                  <a:pt x="0" y="26924"/>
                </a:lnTo>
                <a:lnTo>
                  <a:pt x="17627" y="46990"/>
                </a:lnTo>
                <a:lnTo>
                  <a:pt x="20662" y="47625"/>
                </a:lnTo>
                <a:lnTo>
                  <a:pt x="26974" y="47625"/>
                </a:lnTo>
                <a:lnTo>
                  <a:pt x="47637" y="26924"/>
                </a:lnTo>
                <a:lnTo>
                  <a:pt x="47637" y="23749"/>
                </a:lnTo>
                <a:lnTo>
                  <a:pt x="269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9" name="object 29"/>
          <p:cNvGrpSpPr/>
          <p:nvPr/>
        </p:nvGrpSpPr>
        <p:grpSpPr>
          <a:xfrm>
            <a:off x="441959" y="4284672"/>
            <a:ext cx="330200" cy="330200"/>
            <a:chOff x="441959" y="4272915"/>
            <a:chExt cx="330200" cy="330200"/>
          </a:xfrm>
        </p:grpSpPr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6369" y="4336986"/>
              <a:ext cx="181267" cy="18370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41959" y="4272915"/>
              <a:ext cx="307340" cy="330200"/>
            </a:xfrm>
            <a:custGeom>
              <a:avLst/>
              <a:gdLst/>
              <a:ahLst/>
              <a:cxnLst/>
              <a:rect l="l" t="t" r="r" b="b"/>
              <a:pathLst>
                <a:path w="307340" h="330200">
                  <a:moveTo>
                    <a:pt x="174167" y="0"/>
                  </a:moveTo>
                  <a:lnTo>
                    <a:pt x="157975" y="0"/>
                  </a:lnTo>
                  <a:lnTo>
                    <a:pt x="98945" y="13715"/>
                  </a:lnTo>
                  <a:lnTo>
                    <a:pt x="48183" y="48133"/>
                  </a:lnTo>
                  <a:lnTo>
                    <a:pt x="13500" y="99060"/>
                  </a:lnTo>
                  <a:lnTo>
                    <a:pt x="3556" y="129159"/>
                  </a:lnTo>
                  <a:lnTo>
                    <a:pt x="0" y="160400"/>
                  </a:lnTo>
                  <a:lnTo>
                    <a:pt x="152" y="164464"/>
                  </a:lnTo>
                  <a:lnTo>
                    <a:pt x="8051" y="217042"/>
                  </a:lnTo>
                  <a:lnTo>
                    <a:pt x="25717" y="254000"/>
                  </a:lnTo>
                  <a:lnTo>
                    <a:pt x="53124" y="286385"/>
                  </a:lnTo>
                  <a:lnTo>
                    <a:pt x="95186" y="314705"/>
                  </a:lnTo>
                  <a:lnTo>
                    <a:pt x="142786" y="328675"/>
                  </a:lnTo>
                  <a:lnTo>
                    <a:pt x="159448" y="330073"/>
                  </a:lnTo>
                  <a:lnTo>
                    <a:pt x="169735" y="330073"/>
                  </a:lnTo>
                  <a:lnTo>
                    <a:pt x="234454" y="314960"/>
                  </a:lnTo>
                  <a:lnTo>
                    <a:pt x="272643" y="290194"/>
                  </a:lnTo>
                  <a:lnTo>
                    <a:pt x="302933" y="255904"/>
                  </a:lnTo>
                  <a:lnTo>
                    <a:pt x="307009" y="247523"/>
                  </a:lnTo>
                  <a:lnTo>
                    <a:pt x="96062" y="247523"/>
                  </a:lnTo>
                  <a:lnTo>
                    <a:pt x="96062" y="175894"/>
                  </a:lnTo>
                  <a:lnTo>
                    <a:pt x="108331" y="164464"/>
                  </a:lnTo>
                  <a:lnTo>
                    <a:pt x="83959" y="164464"/>
                  </a:lnTo>
                  <a:lnTo>
                    <a:pt x="74637" y="154812"/>
                  </a:lnTo>
                  <a:lnTo>
                    <a:pt x="164884" y="64262"/>
                  </a:lnTo>
                  <a:lnTo>
                    <a:pt x="295440" y="64262"/>
                  </a:lnTo>
                  <a:lnTo>
                    <a:pt x="260070" y="29844"/>
                  </a:lnTo>
                  <a:lnTo>
                    <a:pt x="220218" y="9016"/>
                  </a:lnTo>
                  <a:lnTo>
                    <a:pt x="174167" y="0"/>
                  </a:lnTo>
                  <a:close/>
                </a:path>
              </a:pathLst>
            </a:custGeom>
            <a:solidFill>
              <a:srgbClr val="2537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5932" y="4337177"/>
              <a:ext cx="246100" cy="183261"/>
            </a:xfrm>
            <a:prstGeom prst="rect">
              <a:avLst/>
            </a:prstGeom>
          </p:spPr>
        </p:pic>
      </p:grpSp>
      <p:pic>
        <p:nvPicPr>
          <p:cNvPr id="33" name="object 3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805930" y="0"/>
            <a:ext cx="756018" cy="1438275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055995" y="9598659"/>
            <a:ext cx="1505712" cy="1097277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0" y="9243759"/>
            <a:ext cx="607694" cy="1232141"/>
          </a:xfrm>
          <a:prstGeom prst="rect">
            <a:avLst/>
          </a:prstGeom>
        </p:spPr>
      </p:pic>
      <p:sp>
        <p:nvSpPr>
          <p:cNvPr id="36" name="object 36"/>
          <p:cNvSpPr/>
          <p:nvPr/>
        </p:nvSpPr>
        <p:spPr>
          <a:xfrm flipV="1">
            <a:off x="3527539" y="3245486"/>
            <a:ext cx="45719" cy="45719"/>
          </a:xfrm>
          <a:custGeom>
            <a:avLst/>
            <a:gdLst/>
            <a:ahLst/>
            <a:cxnLst/>
            <a:rect l="l" t="t" r="r" b="b"/>
            <a:pathLst>
              <a:path w="41910" h="41910">
                <a:moveTo>
                  <a:pt x="23749" y="0"/>
                </a:moveTo>
                <a:lnTo>
                  <a:pt x="18160" y="0"/>
                </a:lnTo>
                <a:lnTo>
                  <a:pt x="0" y="18161"/>
                </a:lnTo>
                <a:lnTo>
                  <a:pt x="0" y="23749"/>
                </a:lnTo>
                <a:lnTo>
                  <a:pt x="15493" y="41402"/>
                </a:lnTo>
                <a:lnTo>
                  <a:pt x="18160" y="41910"/>
                </a:lnTo>
                <a:lnTo>
                  <a:pt x="23749" y="41910"/>
                </a:lnTo>
                <a:lnTo>
                  <a:pt x="41909" y="23749"/>
                </a:lnTo>
                <a:lnTo>
                  <a:pt x="41909" y="20955"/>
                </a:lnTo>
                <a:lnTo>
                  <a:pt x="237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512820" y="3537331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10" h="41910">
                <a:moveTo>
                  <a:pt x="23749" y="0"/>
                </a:moveTo>
                <a:lnTo>
                  <a:pt x="18160" y="0"/>
                </a:lnTo>
                <a:lnTo>
                  <a:pt x="0" y="18161"/>
                </a:lnTo>
                <a:lnTo>
                  <a:pt x="0" y="23749"/>
                </a:lnTo>
                <a:lnTo>
                  <a:pt x="15493" y="41401"/>
                </a:lnTo>
                <a:lnTo>
                  <a:pt x="18160" y="41909"/>
                </a:lnTo>
                <a:lnTo>
                  <a:pt x="23749" y="41909"/>
                </a:lnTo>
                <a:lnTo>
                  <a:pt x="41909" y="23749"/>
                </a:lnTo>
                <a:lnTo>
                  <a:pt x="41909" y="20954"/>
                </a:lnTo>
                <a:lnTo>
                  <a:pt x="237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512820" y="3796411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10" h="41910">
                <a:moveTo>
                  <a:pt x="23749" y="0"/>
                </a:moveTo>
                <a:lnTo>
                  <a:pt x="18160" y="0"/>
                </a:lnTo>
                <a:lnTo>
                  <a:pt x="0" y="18161"/>
                </a:lnTo>
                <a:lnTo>
                  <a:pt x="0" y="23749"/>
                </a:lnTo>
                <a:lnTo>
                  <a:pt x="15493" y="41401"/>
                </a:lnTo>
                <a:lnTo>
                  <a:pt x="18160" y="41910"/>
                </a:lnTo>
                <a:lnTo>
                  <a:pt x="23749" y="41910"/>
                </a:lnTo>
                <a:lnTo>
                  <a:pt x="41909" y="23749"/>
                </a:lnTo>
                <a:lnTo>
                  <a:pt x="41909" y="20954"/>
                </a:lnTo>
                <a:lnTo>
                  <a:pt x="237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512820" y="4056126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10" h="41910">
                <a:moveTo>
                  <a:pt x="23749" y="0"/>
                </a:moveTo>
                <a:lnTo>
                  <a:pt x="18160" y="0"/>
                </a:lnTo>
                <a:lnTo>
                  <a:pt x="0" y="18160"/>
                </a:lnTo>
                <a:lnTo>
                  <a:pt x="0" y="23749"/>
                </a:lnTo>
                <a:lnTo>
                  <a:pt x="15493" y="41401"/>
                </a:lnTo>
                <a:lnTo>
                  <a:pt x="18160" y="41909"/>
                </a:lnTo>
                <a:lnTo>
                  <a:pt x="23749" y="41909"/>
                </a:lnTo>
                <a:lnTo>
                  <a:pt x="41909" y="23749"/>
                </a:lnTo>
                <a:lnTo>
                  <a:pt x="41909" y="20954"/>
                </a:lnTo>
                <a:lnTo>
                  <a:pt x="237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71284" y="8526771"/>
            <a:ext cx="45085" cy="45085"/>
          </a:xfrm>
          <a:custGeom>
            <a:avLst/>
            <a:gdLst/>
            <a:ahLst/>
            <a:cxnLst/>
            <a:rect l="l" t="t" r="r" b="b"/>
            <a:pathLst>
              <a:path w="45084" h="45084">
                <a:moveTo>
                  <a:pt x="25323" y="0"/>
                </a:moveTo>
                <a:lnTo>
                  <a:pt x="19392" y="0"/>
                </a:lnTo>
                <a:lnTo>
                  <a:pt x="0" y="19431"/>
                </a:lnTo>
                <a:lnTo>
                  <a:pt x="0" y="25273"/>
                </a:lnTo>
                <a:lnTo>
                  <a:pt x="16548" y="44196"/>
                </a:lnTo>
                <a:lnTo>
                  <a:pt x="19392" y="44704"/>
                </a:lnTo>
                <a:lnTo>
                  <a:pt x="25323" y="44704"/>
                </a:lnTo>
                <a:lnTo>
                  <a:pt x="44716" y="25273"/>
                </a:lnTo>
                <a:lnTo>
                  <a:pt x="44716" y="22352"/>
                </a:lnTo>
                <a:lnTo>
                  <a:pt x="253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306070" y="7869173"/>
            <a:ext cx="2706370" cy="307975"/>
          </a:xfrm>
          <a:prstGeom prst="rect">
            <a:avLst/>
          </a:prstGeom>
          <a:solidFill>
            <a:srgbClr val="25374A"/>
          </a:solidFill>
        </p:spPr>
        <p:txBody>
          <a:bodyPr vert="horz" wrap="square" lIns="0" tIns="58419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459"/>
              </a:spcBef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HOBBBY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136519" y="2725876"/>
            <a:ext cx="3204210" cy="302895"/>
          </a:xfrm>
          <a:prstGeom prst="rect">
            <a:avLst/>
          </a:prstGeom>
          <a:solidFill>
            <a:srgbClr val="25374A"/>
          </a:solidFill>
        </p:spPr>
        <p:txBody>
          <a:bodyPr vert="horz" wrap="square" lIns="0" tIns="4889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385"/>
              </a:spcBef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SKILL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501390" y="4303014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10" h="41910">
                <a:moveTo>
                  <a:pt x="23749" y="0"/>
                </a:moveTo>
                <a:lnTo>
                  <a:pt x="18161" y="0"/>
                </a:lnTo>
                <a:lnTo>
                  <a:pt x="0" y="18161"/>
                </a:lnTo>
                <a:lnTo>
                  <a:pt x="0" y="23749"/>
                </a:lnTo>
                <a:lnTo>
                  <a:pt x="15494" y="41275"/>
                </a:lnTo>
                <a:lnTo>
                  <a:pt x="18161" y="41910"/>
                </a:lnTo>
                <a:lnTo>
                  <a:pt x="23749" y="41910"/>
                </a:lnTo>
                <a:lnTo>
                  <a:pt x="41910" y="23749"/>
                </a:lnTo>
                <a:lnTo>
                  <a:pt x="41910" y="20954"/>
                </a:lnTo>
                <a:lnTo>
                  <a:pt x="237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501390" y="4558538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10" h="41910">
                <a:moveTo>
                  <a:pt x="23749" y="0"/>
                </a:moveTo>
                <a:lnTo>
                  <a:pt x="18161" y="0"/>
                </a:lnTo>
                <a:lnTo>
                  <a:pt x="0" y="18161"/>
                </a:lnTo>
                <a:lnTo>
                  <a:pt x="0" y="23621"/>
                </a:lnTo>
                <a:lnTo>
                  <a:pt x="15494" y="41275"/>
                </a:lnTo>
                <a:lnTo>
                  <a:pt x="18161" y="41782"/>
                </a:lnTo>
                <a:lnTo>
                  <a:pt x="23749" y="41782"/>
                </a:lnTo>
                <a:lnTo>
                  <a:pt x="41910" y="23621"/>
                </a:lnTo>
                <a:lnTo>
                  <a:pt x="41910" y="20827"/>
                </a:lnTo>
                <a:lnTo>
                  <a:pt x="237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495040" y="4820285"/>
            <a:ext cx="45085" cy="45085"/>
          </a:xfrm>
          <a:custGeom>
            <a:avLst/>
            <a:gdLst/>
            <a:ahLst/>
            <a:cxnLst/>
            <a:rect l="l" t="t" r="r" b="b"/>
            <a:pathLst>
              <a:path w="45085" h="45085">
                <a:moveTo>
                  <a:pt x="25526" y="0"/>
                </a:moveTo>
                <a:lnTo>
                  <a:pt x="19558" y="0"/>
                </a:lnTo>
                <a:lnTo>
                  <a:pt x="0" y="19558"/>
                </a:lnTo>
                <a:lnTo>
                  <a:pt x="0" y="25527"/>
                </a:lnTo>
                <a:lnTo>
                  <a:pt x="16637" y="44577"/>
                </a:lnTo>
                <a:lnTo>
                  <a:pt x="19558" y="45085"/>
                </a:lnTo>
                <a:lnTo>
                  <a:pt x="25526" y="45085"/>
                </a:lnTo>
                <a:lnTo>
                  <a:pt x="45085" y="25527"/>
                </a:lnTo>
                <a:lnTo>
                  <a:pt x="45085" y="22606"/>
                </a:lnTo>
                <a:lnTo>
                  <a:pt x="255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501390" y="5105654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10" h="41910">
                <a:moveTo>
                  <a:pt x="23749" y="0"/>
                </a:moveTo>
                <a:lnTo>
                  <a:pt x="18161" y="0"/>
                </a:lnTo>
                <a:lnTo>
                  <a:pt x="0" y="18161"/>
                </a:lnTo>
                <a:lnTo>
                  <a:pt x="0" y="23749"/>
                </a:lnTo>
                <a:lnTo>
                  <a:pt x="15494" y="41401"/>
                </a:lnTo>
                <a:lnTo>
                  <a:pt x="18161" y="41910"/>
                </a:lnTo>
                <a:lnTo>
                  <a:pt x="23749" y="41910"/>
                </a:lnTo>
                <a:lnTo>
                  <a:pt x="41910" y="23749"/>
                </a:lnTo>
                <a:lnTo>
                  <a:pt x="41910" y="20954"/>
                </a:lnTo>
                <a:lnTo>
                  <a:pt x="237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505200" y="5345303"/>
            <a:ext cx="41910" cy="41910"/>
          </a:xfrm>
          <a:custGeom>
            <a:avLst/>
            <a:gdLst/>
            <a:ahLst/>
            <a:cxnLst/>
            <a:rect l="l" t="t" r="r" b="b"/>
            <a:pathLst>
              <a:path w="41910" h="41910">
                <a:moveTo>
                  <a:pt x="23749" y="0"/>
                </a:moveTo>
                <a:lnTo>
                  <a:pt x="18161" y="0"/>
                </a:lnTo>
                <a:lnTo>
                  <a:pt x="0" y="18161"/>
                </a:lnTo>
                <a:lnTo>
                  <a:pt x="0" y="23749"/>
                </a:lnTo>
                <a:lnTo>
                  <a:pt x="15494" y="41275"/>
                </a:lnTo>
                <a:lnTo>
                  <a:pt x="18161" y="41910"/>
                </a:lnTo>
                <a:lnTo>
                  <a:pt x="23749" y="41910"/>
                </a:lnTo>
                <a:lnTo>
                  <a:pt x="41910" y="23749"/>
                </a:lnTo>
                <a:lnTo>
                  <a:pt x="41910" y="20954"/>
                </a:lnTo>
                <a:lnTo>
                  <a:pt x="237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D2C3381-D3D3-2C9B-8BF3-34AD80B6574B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992" y="600457"/>
            <a:ext cx="2263673" cy="2132011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101</Words>
  <Application>Microsoft Office PowerPoint</Application>
  <PresentationFormat>Custom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MT</vt:lpstr>
      <vt:lpstr>Calibri</vt:lpstr>
      <vt:lpstr>Lucida Sans Unicode</vt:lpstr>
      <vt:lpstr>Verdana</vt:lpstr>
      <vt:lpstr>Office Theme</vt:lpstr>
      <vt:lpstr>SHUBHADEEP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saikat</dc:title>
  <dc:creator>Toon-toonie</dc:creator>
  <cp:keywords>DAF2fdP1W0M,BAF2fZV0Yf4,0</cp:keywords>
  <cp:lastModifiedBy>Shubhadeep Das</cp:lastModifiedBy>
  <cp:revision>1</cp:revision>
  <dcterms:created xsi:type="dcterms:W3CDTF">2026-02-14T06:34:18Z</dcterms:created>
  <dcterms:modified xsi:type="dcterms:W3CDTF">2026-02-14T06:45:41Z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2026-02-14T00:00:00Z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2026-02-14T00:00:00Z</vt:filetime>
  </property>
  <property fmtid="{D5CDD505-2E9C-101B-9397-08002B2CF9AE}" pid="5" name="Producer">
    <vt:lpwstr>Microsoft® Word 2016</vt:lpwstr>
  </property>
</Properties>
</file>